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926080" cy="2926080"/>
          </a:xfrm>
          <a:prstGeom prst="ellipse">
            <a:avLst/>
          </a:prstGeom>
          <a:solidFill>
            <a:srgbClr val="065A82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BAHAN BIMBINGAN II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Proyeksi Emisi CH4 Indonesia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dengan Bayesian Structural Time Series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metode BSTS, penerapan pada data EDGAR, kajian literatur, hingga gap analysis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Skripsi/Tesis — Sains Komputasi Lingkungan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itu BSTS?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Structural Time Series menguraikan deret waktu menjadi komponen struktural, diestimasi lewat Kalman filter (state) dan MCMC (posterior) — menghasilkan proyeksi dengan interval kredibel, bukan sekadar angka tunggal.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9718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1605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linear trend — arah jangka panjang emisi CH4.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265176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9718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41605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musiman berulang (jika data bulanan).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265176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29718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6676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Regresi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41605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Spike-and-slab prior — memilih prediktor relevan otomatis.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Penggunaan &amp; Penerapan pada CH4 EDGAR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049628" y="2194560"/>
            <a:ext cx="8092440" cy="0"/>
          </a:xfrm>
          <a:prstGeom prst="line">
            <a:avLst/>
          </a:prstGeom>
          <a:noFill/>
          <a:ln w="25400">
            <a:solidFill>
              <a:srgbClr val="CBD5DB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1775308" y="1920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775308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78028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Prediktor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78028" y="309067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CH4 Indonesia (EDGAR) + PDB, populasi,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 fosil, luas panen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72788" y="19202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72788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375508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Spesifikasi Model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375508" y="309067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linear trend + regresi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spike-and-slab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70268" y="19202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70268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072988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Estimasi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072988" y="309067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filter (state)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MCMC (posterior)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867748" y="19202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867748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770468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770468" y="309067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Proyeksi 10 tahun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interval kredibel 95%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297680"/>
            <a:ext cx="10908792" cy="1737360"/>
          </a:xfrm>
          <a:prstGeom prst="roundRect">
            <a:avLst>
              <a:gd name="adj" fmla="val 6316"/>
            </a:avLst>
          </a:prstGeom>
          <a:solidFill>
            <a:srgbClr val="F4F7F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5840" y="4526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penelitian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4892040"/>
            <a:ext cx="10149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Proyeksi total emisi CH4 Indonesia (top-down) — bukan model per sektor — untuk menjaga kestabilan model pada data tahunan yang relatif pendek (≈ 50 titik). Kontribusi sektor dilaporkan secara deskriptif, bukan sebagai prediktor (menghindari sirkularitas).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Pembanding: BSTS vs Prophet vs SARIMAX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E7F0F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6916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BSTS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8803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+ regresi spike-and-slab. Interval kredibel Bayesian yang transparan.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37160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6916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Prophet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8803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 piecewise-linear + regresor. Kurang ideal untuk data tahunan pendek.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66760" y="16916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667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SARIMAX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8803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+ variabel eksogen. Baseline klasik yang sudah mapan.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3434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5 tahun terakhir  • 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Rolling-origin (per langkah horizon)  • 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Metrik: RMSE, MAE, MAPE, coverage interval 95%, lebar interval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029200"/>
            <a:ext cx="10908792" cy="109728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5840" y="521208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 metodologis: SARIMAX pada data tahunan efektif menjadi ARIMAX (tanpa komponen musiman) — dicantumkan di bab metode.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Peta Literatur: 17 Sumber Terindeks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Dikumpulkan lewat pencarian terverifikasi (DOI aktif), dikelompokkan menjadi 4 tema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2308" y="1828800"/>
            <a:ext cx="5303520" cy="192024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8068" y="20574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2643988" y="2331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 BSTS &amp;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Spike-and-Slab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55868" y="1828800"/>
            <a:ext cx="5303520" cy="192024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21628" y="20574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8267548" y="2331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Data EDGAR &amp;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Inventarisasi Emisi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2308" y="4069080"/>
            <a:ext cx="5303520" cy="192024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98068" y="42976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2643988" y="4572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Emisi GRK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(termasuk konteks Indonesia)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55868" y="4069080"/>
            <a:ext cx="5303520" cy="192024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21628" y="42976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15" name="Text 13"/>
          <p:cNvSpPr txBox="1"/>
          <p:nvPr/>
        </p:nvSpPr>
        <p:spPr>
          <a:xfrm>
            <a:off x="8267548" y="4572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(XAI)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Prediksi Emisi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Analysis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2801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BSTS belum pernah diterapkan pada CH4 Indonesia berbasis EDGAR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916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forecasting emisi Indonesia yang ada memakai ARIMA, LSTM, atau hybrid ML — bukan BSTS.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49631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496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4505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Ketidakpastian prediksi jarang dikuantifikasi secara Bayesian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86207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pembanding melaporkan akurasi titik (RMSE/MAPE) tanpa interval kredibel yang principled.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666744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666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621024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baru diterapkan pada model black-box, belum pada BSTS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032504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sudah dipakai pada neural network/XGBoost untuk emisi — belum disandingkan dengan posterior inclusion probability BSTS.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83717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837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791456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ada perbandingan sistematis BSTS vs Prophet vs SARIMAX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5202936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khusus untuk data emisi GRK Indonesia dalam literatur yang tercakup.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Posisi &amp; Kontribusi Penelitian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10543032" cy="4206240"/>
          </a:xfrm>
          <a:prstGeom prst="roundRect">
            <a:avLst>
              <a:gd name="adj" fmla="val 3261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-731520" y="4114800"/>
            <a:ext cx="3200400" cy="3200400"/>
          </a:xfrm>
          <a:prstGeom prst="ellipse">
            <a:avLst/>
          </a:prstGeom>
          <a:solidFill>
            <a:srgbClr val="1C7293">
              <a:alpha val="1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71600" y="1965960"/>
            <a:ext cx="9601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“Penelitian ini menerapkan Bayesian Structural Time Series (spike-and-slab prior) untuk memproyeksikan total emisi CH4 Indonesia berbasis data EDGAR, dibandingkan dengan Prophet dan SARIMAX, serta menambahkan lapisan interpretasi (posterior inclusion probability / SHAP) yang belum pernah disandingkan dalam konteks ini — sekaligus menyediakan interval kredibel yang lebih transparan dibanding pendekatan ARIMA/LSTM yang selama ini dominan pada literatur emisi Indonesia.”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280160"/>
            <a:ext cx="4114800" cy="41148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Untuk Didiskusikan dengan Pembimbing II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057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Cakupan model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4231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Konfirmasi fokus proyeksi total CH4 (bukan breakdown per sektor).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1546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108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literatur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474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status Scopus/Sinta final untuk 3 entri yang masih ditandai “perlu cek”.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206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160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bab 2–3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526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penulisan metodologi dan penerapan pada data.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943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2026-09-30T06:11:43Z</dcterms:created>
  <dcterms:modified xsi:type="dcterms:W3CDTF">2026-09-30T06:11:43Z</dcterms:modified>
</cp:coreProperties>
</file>